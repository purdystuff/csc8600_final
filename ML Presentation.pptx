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9C7F-B02E-C7DC-D880-516FF87E5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4CF4-674F-363C-6897-5B15C953B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 for machine learning (8600)</a:t>
            </a:r>
          </a:p>
        </p:txBody>
      </p:sp>
    </p:spTree>
    <p:extLst>
      <p:ext uri="{BB962C8B-B14F-4D97-AF65-F5344CB8AC3E}">
        <p14:creationId xmlns:p14="http://schemas.microsoft.com/office/powerpoint/2010/main" val="96847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7DA95-4569-BC2A-650E-98C3BBF81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442" r="670" b="1"/>
          <a:stretch>
            <a:fillRect/>
          </a:stretch>
        </p:blipFill>
        <p:spPr>
          <a:xfrm>
            <a:off x="1078324" y="606557"/>
            <a:ext cx="10035351" cy="564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7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41</TotalTime>
  <Words>9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Mesh</vt:lpstr>
      <vt:lpstr>project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2026-04-14T12:32:05Z</dcterms:created>
  <dcterms:modified xsi:type="dcterms:W3CDTF">2026-04-14T13:13:08Z</dcterms:modified>
</cp:coreProperties>
</file>